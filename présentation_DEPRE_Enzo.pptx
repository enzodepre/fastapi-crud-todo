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FastAPI CRUD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D9488"/>
                </a:solidFill>
              </a:rPr>
              <a:t>Tests &amp; Tests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977639"/>
            <a:ext cx="5239512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8"/>
                </a:solidFill>
              </a:rPr>
              <a:t>DEPRE Enzo  ·  II.3525 – Rattrapage  ·  ISEP  ·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07592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Contexte &amp;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9601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9601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2344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307592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Stratégie de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06039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79191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Automatisation – pytest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3317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23317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606039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679191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TDD — Red → Green → Refactor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50791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BDD — Gherkin &amp; pytest-bdd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37033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37033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977639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050791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CI/CD — GitHub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0749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492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22392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Métriques &amp; Qualité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50749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5074920"/>
            <a:ext cx="594360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53492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5422392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Contexte &amp;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Projet de rattrapage — Option 2 : application open-source existante
FastAPI-CRUD-Todo : API REST claire, facile à lancer localement, idéale pour démontrer toutes les couches de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39496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Stack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 Python 3.11 + FastAPI 0.95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8094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 SQLAlchemy +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 Pydantic (schémas de validation)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074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 Uvicorn (serveur ASGI)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 Frontend HTML/CSS/JS intégré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173736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62472" y="1737360"/>
            <a:ext cx="53949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764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Endpoints (8)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2240280"/>
            <a:ext cx="7772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22768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2768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276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Sert le 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761488"/>
            <a:ext cx="7772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27980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7980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798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Health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282696"/>
            <a:ext cx="777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3912" y="331927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319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/todos/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3319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Créer un todo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803904"/>
            <a:ext cx="7772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384048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/todos/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Lister (paginer, filtrer)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4325112"/>
            <a:ext cx="7772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3912" y="436168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/todos/count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4361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Compter les todos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4846320"/>
            <a:ext cx="7772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53912" y="488289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48828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/todos/{id}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4882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Lire un todo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3912" y="5367528"/>
            <a:ext cx="7772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540410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540410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/todos/{id}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54041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Modifier un todo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53912" y="5888736"/>
            <a:ext cx="7772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53912" y="592531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59253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/todos/{id}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5925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Supprimer un todo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Stratégie de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145182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9623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Étape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145182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19257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C96"/>
                </a:solidFill>
              </a:rPr>
              <a:t>Tests manuels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057400"/>
            <a:ext cx="1925726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94560"/>
            <a:ext cx="192572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17 cas de test écrits avant tout code
Validation visuelle via Swagger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8102" y="960120"/>
            <a:ext cx="214518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9542" y="1051560"/>
            <a:ext cx="19623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Étape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8102" y="1463040"/>
            <a:ext cx="2145182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7830" y="1600200"/>
            <a:ext cx="19257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Automatisation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7830" y="2057400"/>
            <a:ext cx="192572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7830" y="2194560"/>
            <a:ext cx="192572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Cas manuels → tests pytest
Cible 70 % → atteint 98 %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1884" y="960120"/>
            <a:ext cx="2145182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3324" y="1051560"/>
            <a:ext cx="19623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Étape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1884" y="1463040"/>
            <a:ext cx="2145182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1612" y="1600200"/>
            <a:ext cx="19257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TDD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1612" y="2057400"/>
            <a:ext cx="1925726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1612" y="2194560"/>
            <a:ext cx="192572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Test écrit avant le code
3 fonctionnalités en Red→Green→Refactor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5667" y="960120"/>
            <a:ext cx="2145182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1051560"/>
            <a:ext cx="19623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Étape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5667" y="1463040"/>
            <a:ext cx="2145182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5395" y="1600200"/>
            <a:ext cx="19257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</a:rPr>
              <a:t>BDD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05395" y="2057400"/>
            <a:ext cx="1925726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5395" y="2194560"/>
            <a:ext cx="192572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Scénarios en anglais lisibles par tous
Gherkin (Given / When / Then)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9449" y="960120"/>
            <a:ext cx="214518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60889" y="1051560"/>
            <a:ext cx="19623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Étape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69449" y="1463040"/>
            <a:ext cx="2145182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177" y="1600200"/>
            <a:ext cx="19257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CI/CD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9177" y="2057400"/>
            <a:ext cx="192572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9177" y="2194560"/>
            <a:ext cx="192572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Pipeline GitHub Actions
Déclenché à chaque push, chaque nuit, manuellement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Automatisation — pytest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30352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Outils utilisés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15544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961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96"/>
                </a:solidFill>
              </a:rPr>
              <a:t>pytest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9961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Runner de tests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03704"/>
            <a:ext cx="15544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96"/>
                </a:solidFill>
              </a:rPr>
              <a:t>pytest-cov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58568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Mesure de la couverture 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62656"/>
            <a:ext cx="15544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96"/>
                </a:solidFill>
              </a:rPr>
              <a:t>pytest-bdd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01752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Scénarios BDD / Gherkin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21608"/>
            <a:ext cx="15544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7647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96"/>
                </a:solidFill>
              </a:rPr>
              <a:t>httpx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776472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Client HTTP pour TestClient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15544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354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96"/>
                </a:solidFill>
              </a:rPr>
              <a:t>FastAPI TestClient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535424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Requêtes HTTP sans vrai serveur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39512"/>
            <a:ext cx="155448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94375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96"/>
                </a:solidFill>
              </a:rPr>
              <a:t>SQLite in-memory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294375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Base de données isolée pour les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1032" y="914400"/>
            <a:ext cx="603504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71032" y="914400"/>
            <a:ext cx="603504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9418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Structure des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tests/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conftest.py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1856232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DB de test + fixtures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2295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test_root.py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2295144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Health check (2 tests)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27340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test_create.py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2734056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POST /todos/ (4 tests)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3172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test_read.py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3172968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GET /todos/ (6 tests)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test_update.py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3611880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PUT /todos/{id} (3 tests)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40507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test_delete.py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050791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DELETE /todos/{id} (3 tests)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8192" y="4489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test_known_defects.py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4489704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Bugs documentés (xfail)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4928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test_tdd.py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2" y="4928616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Fonctionnalités TDD (3 tests)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5367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test_bdd.py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5367528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Scénarios BDD (4 tests)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features/todo.feature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5806440"/>
            <a:ext cx="3337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Fichier Gherkin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TDD — Red → Green → Refactor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Cycle TDD appliqué sur 3 fonctionnalités :</a:t>
            </a:r>
          </a:p>
        </p:txBody>
      </p:sp>
      <p:sp>
        <p:nvSpPr>
          <p:cNvPr id="5" name="Rectangle 4"/>
          <p:cNvSpPr/>
          <p:nvPr/>
        </p:nvSpPr>
        <p:spPr>
          <a:xfrm>
            <a:off x="928116" y="1371600"/>
            <a:ext cx="3108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116" y="1874519"/>
            <a:ext cx="3108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5276" y="193852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Ecrire le test
-&gt; il echoue
(la feature n'existe pas)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6804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3C9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9996" y="1371600"/>
            <a:ext cx="31089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996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9996" y="1874519"/>
            <a:ext cx="3108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7156" y="193852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Implementer le minimum
-&gt; le test passe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8683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3C9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1876" y="1371600"/>
            <a:ext cx="310896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1876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1876" y="1874519"/>
            <a:ext cx="3108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9036" y="1938528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Ameliorer le code
sans casser les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29000"/>
            <a:ext cx="3697224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3697224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447288"/>
            <a:ext cx="3477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1 — Validation du titre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858768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RED : POST title:'' -&gt; attendu 422 -&gt; recu 200 (echec)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261104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GREEN : Field(..., min_length=1) dans schemas.py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663440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REFACTOR : ajout description au champ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120640"/>
            <a:ext cx="3477768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230368"/>
            <a:ext cx="3477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Note : Corrige DEFECT-002 au passage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5864" y="3429000"/>
            <a:ext cx="3697224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5864" y="3429000"/>
            <a:ext cx="3697224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5592" y="3447288"/>
            <a:ext cx="3477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2 — Filtre par statut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5592" y="3858768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RED : GET /todos/?status=pending -&gt; retournait tous les todos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5592" y="4261104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GREEN : parametre status optionnel + filtre SQLAlchemy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5592" y="4663440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REFACTOR : if status is not None (plus precis)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55592" y="5120640"/>
            <a:ext cx="3477768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5592" y="5230368"/>
            <a:ext cx="3477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Note : Difference entre falsy et 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17408" y="3429000"/>
            <a:ext cx="3697224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17408" y="3429000"/>
            <a:ext cx="3697224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7136" y="3447288"/>
            <a:ext cx="3477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3 — Endpoint /count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7136" y="3858768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RED : GET /todos/count -&gt; 422 (FastAPI matchait un ID entier)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7136" y="4261104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GREEN : route /count placee avant /{todo_id}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7136" y="4663440"/>
            <a:ext cx="3477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C96"/>
                </a:solidFill>
              </a:rPr>
              <a:t>REFACTOR : filtre status optionnel ajoute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7136" y="5120640"/>
            <a:ext cx="3477768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7136" y="5230368"/>
            <a:ext cx="3477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Note : Probleme de routing decouvert via le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BDD — Gherkin &amp; pytest-bdd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Les scénarios BDD sont lisibles par tout le monde, pas seulement par les développeurs.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081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todo.feature (extrait)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Feature: Todo Management
  Scenario: Create a todo with all fields
    Given the database is empty
    When I create a todo with title "Buy milk"
    Then the response status is 200
    And the todo title is "Buy milk"
  Scenario: Refuse empty title
    Given the database is empty
    When I create a todo with title ""
    Then the response status is 422
  Scenario: Delete a todo
    Given a todo exists
    When I delete it
    Then GET returns 404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371600"/>
            <a:ext cx="60350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1371600"/>
            <a:ext cx="6035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081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scénarios couverts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920240"/>
            <a:ext cx="384048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9568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192024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Créer un todo avec tous les champs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340864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Vérification du happy path complet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3035808"/>
            <a:ext cx="384048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0723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303580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Refuser un titre vide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3456432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Validation de la contrainte min_length=1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4151376"/>
            <a:ext cx="384048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1879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4151376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Lire tous les todos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45720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Vérification de la liste et du comptage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5266944"/>
            <a:ext cx="384048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530352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5266944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Supprimer un todo et vérifier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568756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Cohérence après suppression (404 attendu)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F3C96"/>
                </a:solidFill>
              </a:rPr>
              <a:t>Avantage : Given / When / Then rend les tests aussi lisibles qu'une specification.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CI/CD —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65760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601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Déclencheurs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444752"/>
            <a:ext cx="338328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79" y="1444752"/>
            <a:ext cx="338328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961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 chaque push sur n'importe quelle branche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3108960"/>
            <a:ext cx="338328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3108960"/>
            <a:ext cx="3383280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6382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Toutes les nuits a minuit (cron job)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4773168"/>
            <a:ext cx="338328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79" y="4773168"/>
            <a:ext cx="338328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2803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3036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Via le bouton 'Run workflow' sur GitHub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914400"/>
            <a:ext cx="786384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33672" y="914400"/>
            <a:ext cx="786384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960120"/>
            <a:ext cx="7589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Etapes du pipeline (.github/workflows/ci.yml)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144475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149047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Checkout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14630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Recupere le code source depuis GitHub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17627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221991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194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Set up Python 3.11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21945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Configure l'environnement Python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2" y="290779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295351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926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Install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29260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pip install -r requirements.txt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63931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368503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Run unit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365760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pytest tests/ -v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437083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441655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389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Run API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438912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Tests d'integration avec TestClient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510235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514807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Generate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4112" y="51206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pytest --cov -&gt; rapport HTML + XML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70832" y="5833872"/>
            <a:ext cx="384048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587959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5852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Upload artifacts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58521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Sauvegarde coverage.html, coverage.xml, test-results.xml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Métriques &amp; Qualité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221833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221833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212689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C96"/>
                </a:solidFill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37360"/>
            <a:ext cx="2126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tests au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4094" y="914400"/>
            <a:ext cx="221833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4094" y="914400"/>
            <a:ext cx="221833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9814" y="1005840"/>
            <a:ext cx="212689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C96"/>
                </a:solidFill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9814" y="1737360"/>
            <a:ext cx="2126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tests passent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5308" y="914400"/>
            <a:ext cx="221833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5308" y="914400"/>
            <a:ext cx="221833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1028" y="1005840"/>
            <a:ext cx="212689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C96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1028" y="1737360"/>
            <a:ext cx="2126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xfail documentés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6523" y="914400"/>
            <a:ext cx="221833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86523" y="914400"/>
            <a:ext cx="221833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2243" y="1005840"/>
            <a:ext cx="212689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C96"/>
                </a:solidFill>
              </a:rPr>
              <a:t>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2243" y="1737360"/>
            <a:ext cx="2126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couverture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7737" y="914400"/>
            <a:ext cx="221833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7737" y="914400"/>
            <a:ext cx="221833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3457" y="1005840"/>
            <a:ext cx="212689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C96"/>
                </a:solidFill>
              </a:rPr>
              <a:t>~1.5s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3457" y="1737360"/>
            <a:ext cx="2126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durée exécution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1460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514600"/>
            <a:ext cx="548640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25603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Couverture par fichier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44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main.py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118104"/>
            <a:ext cx="22860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3118104"/>
            <a:ext cx="228600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30449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7AE60"/>
                </a:solidFill>
              </a:rPr>
              <a:t>100 %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398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routers/todo.py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813048"/>
            <a:ext cx="22860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08960" y="3813048"/>
            <a:ext cx="224028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37398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7AE60"/>
                </a:solidFill>
              </a:rPr>
              <a:t>98 %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34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models/models.py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4507992"/>
            <a:ext cx="22860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4507992"/>
            <a:ext cx="228600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44348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7AE60"/>
                </a:solidFill>
              </a:rPr>
              <a:t>100 %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29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schemas/schemas.py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5202936"/>
            <a:ext cx="22860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08960" y="5202936"/>
            <a:ext cx="228600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51297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7AE60"/>
                </a:solidFill>
              </a:rPr>
              <a:t>100 %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24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database/database.py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5897880"/>
            <a:ext cx="22860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08960" y="5897880"/>
            <a:ext cx="1463040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0" y="5824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67E22"/>
                </a:solidFill>
              </a:rPr>
              <a:t>64 %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62472" y="2514600"/>
            <a:ext cx="60350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62472" y="2514600"/>
            <a:ext cx="60350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9632" y="256032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Défauts trouvés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99632" y="3044952"/>
            <a:ext cx="5760720" cy="9875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99632" y="3044952"/>
            <a:ext cx="91440" cy="9875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2" y="3099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DEFECT-001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1352" y="3099816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Statut : Ouvert  -  Sévérité : Faible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232" y="357530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POST /todos/ retourne 200 au lieu de 201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4215384"/>
            <a:ext cx="5760720" cy="9875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99632" y="4215384"/>
            <a:ext cx="91440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28232" y="4270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DEFECT-002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1352" y="4270248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Statut : Corrige  -  Sévérité : Moyen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8232" y="474573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Titre vide accepte — CORRIGE via TDD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9632" y="5385816"/>
            <a:ext cx="5760720" cy="9875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9632" y="5385816"/>
            <a:ext cx="91440" cy="9875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28232" y="5440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DEFECT-003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31352" y="544068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Statut : Ouvert  -  Sévérité : Moyen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8232" y="591616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Valeur de statut invalide acceptee (ex: '123')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Leçons apprises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94960" cy="17830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6984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Isolation des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50657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Chaque test repart d'une DB vide. Sans ca, les tests se parasitent mutuellement.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960120"/>
            <a:ext cx="5394960" cy="17830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06984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TDD force la 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527048"/>
            <a:ext cx="50657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Ecrire le test d'abord oblige a definir le comportement AVANT de coder.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394960" cy="17830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03580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xfail documente les 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493008"/>
            <a:ext cx="50657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 bug marque xfail est visible a chaque run, pas enterre dans un commentaire.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2926080"/>
            <a:ext cx="5394960" cy="17830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303580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Routing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493008"/>
            <a:ext cx="50657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L'ordre des routes compte : /count doit etre declare avant /{id}.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5394960" cy="17830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00176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Pydantic V1 vs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458968"/>
            <a:ext cx="50657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Des warnings de depreciation existent. A migrer vers .model_dump() en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4892040"/>
            <a:ext cx="539496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53492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29 tests  -  98% coverage
0 failures  -  CI/CD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DEPRE Enzo — II.3525 – Rattrapage — ISEP —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