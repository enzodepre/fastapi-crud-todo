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4d543c50c4633" /><Relationship Type="http://schemas.openxmlformats.org/officeDocument/2006/relationships/extended-properties" Target="/docProps/app.xml" Id="R65a10639f7244741" /><Relationship Type="http://schemas.openxmlformats.org/officeDocument/2006/relationships/officeDocument" Target="/ppt/presentation.xml" Id="Rb79e238ecc9d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8601123814e8b"/>
  </p:sldMasterIdLst>
  <p:notesMasterIdLst>
    <p:notesMasterId xmlns:r="http://schemas.openxmlformats.org/officeDocument/2006/relationships" r:id="R5afbea54caac41a4"/>
  </p:notesMasterIdLst>
  <p:sldIdLst>
    <p:sldId xmlns:r="http://schemas.openxmlformats.org/officeDocument/2006/relationships" id="256" r:id="R8307271c6ade45a3"/>
    <p:sldId xmlns:r="http://schemas.openxmlformats.org/officeDocument/2006/relationships" id="257" r:id="R2d47702da38f4145"/>
    <p:sldId xmlns:r="http://schemas.openxmlformats.org/officeDocument/2006/relationships" id="258" r:id="R5efba41a402b4ae7"/>
    <p:sldId xmlns:r="http://schemas.openxmlformats.org/officeDocument/2006/relationships" id="259" r:id="R69705fd4f9f64fc1"/>
    <p:sldId xmlns:r="http://schemas.openxmlformats.org/officeDocument/2006/relationships" id="260" r:id="Rb51fc808913f431a"/>
    <p:sldId xmlns:r="http://schemas.openxmlformats.org/officeDocument/2006/relationships" id="261" r:id="R879359dcc7d24d3f"/>
    <p:sldId xmlns:r="http://schemas.openxmlformats.org/officeDocument/2006/relationships" id="262" r:id="R2553d3dd9dc64988"/>
    <p:sldId xmlns:r="http://schemas.openxmlformats.org/officeDocument/2006/relationships" id="263" r:id="Rc81f1f236016433b"/>
    <p:sldId xmlns:r="http://schemas.openxmlformats.org/officeDocument/2006/relationships" id="264" r:id="R85fb48ab7e8848d0"/>
    <p:sldId xmlns:r="http://schemas.openxmlformats.org/officeDocument/2006/relationships" id="265" r:id="R7f525c360d4c4a78"/>
    <p:sldId xmlns:r="http://schemas.openxmlformats.org/officeDocument/2006/relationships" id="266" r:id="R67b466ea9716493d"/>
    <p:sldId xmlns:r="http://schemas.openxmlformats.org/officeDocument/2006/relationships" id="267" r:id="R7a7df5a907624a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8601123814e8b" /><Relationship Type="http://schemas.openxmlformats.org/officeDocument/2006/relationships/theme" Target="/ppt/theme/theme1.xml" Id="R4a75476516d642f5" /><Relationship Type="http://schemas.openxmlformats.org/officeDocument/2006/relationships/notesMaster" Target="/ppt/notesMasters/notesMaster1.xml" Id="R5afbea54caac41a4" /><Relationship Type="http://schemas.openxmlformats.org/officeDocument/2006/relationships/presProps" Target="/ppt/presProps.xml" Id="R6f40402d10304697" /><Relationship Type="http://schemas.openxmlformats.org/officeDocument/2006/relationships/viewProps" Target="/ppt/viewProps.xml" Id="R9f8648d47f5a44e2" /><Relationship Type="http://schemas.openxmlformats.org/officeDocument/2006/relationships/tableStyles" Target="/ppt/tableStyles.xml" Id="Rb1ea129c457146dc" /><Relationship Type="http://schemas.openxmlformats.org/officeDocument/2006/relationships/slide" Target="/ppt/slides/slide1.xml" Id="R8307271c6ade45a3" /><Relationship Type="http://schemas.openxmlformats.org/officeDocument/2006/relationships/slide" Target="/ppt/slides/slide2.xml" Id="R2d47702da38f4145" /><Relationship Type="http://schemas.openxmlformats.org/officeDocument/2006/relationships/slide" Target="/ppt/slides/slide3.xml" Id="R5efba41a402b4ae7" /><Relationship Type="http://schemas.openxmlformats.org/officeDocument/2006/relationships/slide" Target="/ppt/slides/slide4.xml" Id="R69705fd4f9f64fc1" /><Relationship Type="http://schemas.openxmlformats.org/officeDocument/2006/relationships/slide" Target="/ppt/slides/slide5.xml" Id="Rb51fc808913f431a" /><Relationship Type="http://schemas.openxmlformats.org/officeDocument/2006/relationships/slide" Target="/ppt/slides/slide6.xml" Id="R879359dcc7d24d3f" /><Relationship Type="http://schemas.openxmlformats.org/officeDocument/2006/relationships/slide" Target="/ppt/slides/slide7.xml" Id="R2553d3dd9dc64988" /><Relationship Type="http://schemas.openxmlformats.org/officeDocument/2006/relationships/slide" Target="/ppt/slides/slide8.xml" Id="Rc81f1f236016433b" /><Relationship Type="http://schemas.openxmlformats.org/officeDocument/2006/relationships/slide" Target="/ppt/slides/slide9.xml" Id="R85fb48ab7e8848d0" /><Relationship Type="http://schemas.openxmlformats.org/officeDocument/2006/relationships/slide" Target="/ppt/slides/slide10.xml" Id="R7f525c360d4c4a78" /><Relationship Type="http://schemas.openxmlformats.org/officeDocument/2006/relationships/slide" Target="/ppt/slides/slide11.xml" Id="R67b466ea9716493d" /><Relationship Type="http://schemas.openxmlformats.org/officeDocument/2006/relationships/slide" Target="/ppt/slides/slide12.xml" Id="R7a7df5a907624a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892faa7facc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65f9de0caa4d94" /><Relationship Type="http://schemas.openxmlformats.org/officeDocument/2006/relationships/notesMaster" Target="/ppt/notesMasters/notesMaster1.xml" Id="R07217842d90747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e36ccdc83c4fe8" /><Relationship Type="http://schemas.openxmlformats.org/officeDocument/2006/relationships/notesMaster" Target="/ppt/notesMasters/notesMaster1.xml" Id="Rc5e5fdf8f26f4a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792e2675874a2b" /><Relationship Type="http://schemas.openxmlformats.org/officeDocument/2006/relationships/notesMaster" Target="/ppt/notesMasters/notesMaster1.xml" Id="Re2fed8362c95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386a7b518f489b" /><Relationship Type="http://schemas.openxmlformats.org/officeDocument/2006/relationships/notesMaster" Target="/ppt/notesMasters/notesMaster1.xml" Id="Rd82a84b145b345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9287b7171f4312" /><Relationship Type="http://schemas.openxmlformats.org/officeDocument/2006/relationships/notesMaster" Target="/ppt/notesMasters/notesMaster1.xml" Id="Re9bee3a4f87349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0e8ad89f7c4e12" /><Relationship Type="http://schemas.openxmlformats.org/officeDocument/2006/relationships/notesMaster" Target="/ppt/notesMasters/notesMaster1.xml" Id="R599fca38303e45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2565765e704069" /><Relationship Type="http://schemas.openxmlformats.org/officeDocument/2006/relationships/notesMaster" Target="/ppt/notesMasters/notesMaster1.xml" Id="Rb2de3dcaacc241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065197c6514c13" /><Relationship Type="http://schemas.openxmlformats.org/officeDocument/2006/relationships/notesMaster" Target="/ppt/notesMasters/notesMaster1.xml" Id="R481befdff6a242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d259ce4c984ba3" /><Relationship Type="http://schemas.openxmlformats.org/officeDocument/2006/relationships/notesMaster" Target="/ppt/notesMasters/notesMaster1.xml" Id="Rec4adf336c8c47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4795f40c2e4cc8" /><Relationship Type="http://schemas.openxmlformats.org/officeDocument/2006/relationships/notesMaster" Target="/ppt/notesMasters/notesMaster1.xml" Id="R29c3388c259f4b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1637bea29c48fa" /><Relationship Type="http://schemas.openxmlformats.org/officeDocument/2006/relationships/notesMaster" Target="/ppt/notesMasters/notesMaster1.xml" Id="R8a91009df7ea48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b9b9c63b4d4334" /><Relationship Type="http://schemas.openxmlformats.org/officeDocument/2006/relationships/notesMaster" Target="/ppt/notesMasters/notesMaster1.xml" Id="R0929adc69bba44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88b39fbac41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f43c9761d9b4d89" /><Relationship Type="http://schemas.openxmlformats.org/officeDocument/2006/relationships/slideLayout" Target="/ppt/slideLayouts/slideLayout2.xml" Id="R61ca59f183b244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ca59f183b244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c9a4d8b194976" /><Relationship Type="http://schemas.openxmlformats.org/officeDocument/2006/relationships/image" Target="/ppt/media/image.png" Id="Rf9c04d61d6954c0b" /><Relationship Type="http://schemas.openxmlformats.org/officeDocument/2006/relationships/notesSlide" Target="/ppt/notesSlides/notesSlide1.xml" Id="R885aec6a877d45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8f3385d9a6424c" /><Relationship Type="http://schemas.openxmlformats.org/officeDocument/2006/relationships/image" Target="/ppt/media/image2.png" Id="R4a201355c1c045dc" /><Relationship Type="http://schemas.openxmlformats.org/officeDocument/2006/relationships/notesSlide" Target="/ppt/notesSlides/notesSlide2.xml" Id="Reb647bf093c249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df361ec344c1a" /><Relationship Type="http://schemas.openxmlformats.org/officeDocument/2006/relationships/image" Target="/ppt/media/image3.png" Id="Rb4e1d8ac882c4252" /><Relationship Type="http://schemas.openxmlformats.org/officeDocument/2006/relationships/notesSlide" Target="/ppt/notesSlides/notesSlide3.xml" Id="Rbd55f22133ea4f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f1a97fef746ea" /><Relationship Type="http://schemas.openxmlformats.org/officeDocument/2006/relationships/image" Target="/ppt/media/image4.png" Id="R0ba50cc887e947c2" /><Relationship Type="http://schemas.openxmlformats.org/officeDocument/2006/relationships/notesSlide" Target="/ppt/notesSlides/notesSlide4.xml" Id="R951d77d3aff44b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0a9f4d068248ba" /><Relationship Type="http://schemas.openxmlformats.org/officeDocument/2006/relationships/image" Target="/ppt/media/image5.png" Id="R1684862c8d8047b0" /><Relationship Type="http://schemas.openxmlformats.org/officeDocument/2006/relationships/notesSlide" Target="/ppt/notesSlides/notesSlide5.xml" Id="Rd17dd555a60d47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c08c841a54b72" /><Relationship Type="http://schemas.openxmlformats.org/officeDocument/2006/relationships/image" Target="/ppt/media/image6.png" Id="R435ca43fbde5459f" /><Relationship Type="http://schemas.openxmlformats.org/officeDocument/2006/relationships/notesSlide" Target="/ppt/notesSlides/notesSlide6.xml" Id="R0401b59fa86b4d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5790d6bc34663" /><Relationship Type="http://schemas.openxmlformats.org/officeDocument/2006/relationships/image" Target="/ppt/media/image7.png" Id="Rd54d59d2916e4267" /><Relationship Type="http://schemas.openxmlformats.org/officeDocument/2006/relationships/notesSlide" Target="/ppt/notesSlides/notesSlide7.xml" Id="Rbbd56f822a7140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f425390af443e1" /><Relationship Type="http://schemas.openxmlformats.org/officeDocument/2006/relationships/image" Target="/ppt/media/image8.png" Id="Rbbda31ab83814999" /><Relationship Type="http://schemas.openxmlformats.org/officeDocument/2006/relationships/notesSlide" Target="/ppt/notesSlides/notesSlide8.xml" Id="R6efa8b718eaf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4999019e84888" /><Relationship Type="http://schemas.openxmlformats.org/officeDocument/2006/relationships/image" Target="/ppt/media/image9.png" Id="Re9e35571dab944c2" /><Relationship Type="http://schemas.openxmlformats.org/officeDocument/2006/relationships/notesSlide" Target="/ppt/notesSlides/notesSlide9.xml" Id="Rf339fe6579544c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e5b5c7bb914a10" /><Relationship Type="http://schemas.openxmlformats.org/officeDocument/2006/relationships/image" Target="/ppt/media/image10.png" Id="R5a77fff61169468d" /><Relationship Type="http://schemas.openxmlformats.org/officeDocument/2006/relationships/notesSlide" Target="/ppt/notesSlides/notesSlide10.xml" Id="R5e0c57ed1b7746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0ae60c9a7d46fe" /><Relationship Type="http://schemas.openxmlformats.org/officeDocument/2006/relationships/image" Target="/ppt/media/image11.png" Id="R5fe7e865057b48e9" /><Relationship Type="http://schemas.openxmlformats.org/officeDocument/2006/relationships/notesSlide" Target="/ppt/notesSlides/notesSlide11.xml" Id="R7642e6d39d9941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3be7d8c664b02" /><Relationship Type="http://schemas.openxmlformats.org/officeDocument/2006/relationships/image" Target="/ppt/media/image12.png" Id="Ra45a8ecb536f4b46" /><Relationship Type="http://schemas.openxmlformats.org/officeDocument/2006/relationships/notesSlide" Target="/ppt/notesSlides/notesSlide12.xml" Id="R153990e2d46549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5817A-3D7F-4F6E-81E0-60B66643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0"/>
            <a:ext cx="300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170F8-806A-4745-B83F-88EE1FEF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14B60-54C4-4792-BD0C-CBD05C6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7630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769FA-BDB1-44DF-8D87-10EA94E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2400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1EDB2-08AA-4451-93B3-36201D5C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16205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>
              <a:alpha val="8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04d61d6954c0b"/>
          <a:stretch xmlns:a="http://schemas.openxmlformats.org/drawingml/2006/main"/>
        </p:blipFill>
        <p:spPr>
          <a:xfrm xmlns:a="http://schemas.openxmlformats.org/drawingml/2006/main">
            <a:off x="666750" y="368046"/>
            <a:ext cx="2476500" cy="104508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88ABE-D484-4746-B8ED-4F6B1C1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949BF-335E-4C45-B39F-8FD4357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7239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FastAPI Todo</a:t>
            </a:r>
          </a:p>
          <a:p xmlns:a="http://schemas.openxmlformats.org/drawingml/2006/main">
            <a:pPr algn="l">
              <a:defRPr sz="42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Tests &amp; automatisation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A1126-1B4B-4FBD-B6C6-7E957FE4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D0AD6-A0CA-4B7A-8BDF-4866D723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Enzo Depre | ISEP | Mai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18BBA-C597-4787-88B0-99DA4B7C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235565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01355c1c045dc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D92AE-7FD3-4CB1-BC04-1348596C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5D731-5938-4321-AAB9-F2D0C00B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A3306-E98E-4BAE-9107-5D723EB7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1B75E-3631-40B8-A003-FEDB0501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D8C02-A671-4605-ADDD-A5EE7D0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Sommaire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94CFE-3442-46CF-8270-F7638DC0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0BB6C-E3F3-4010-9667-86BC873F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439A4-1E7B-45C8-8F70-A514FC02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574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Projet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05D24-3CC6-489B-98B5-F3F938AB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DE507-F84D-433C-B23A-DD74B25D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84F56-DE9F-4E0E-90F3-95729EC4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B8B47-FDF1-4048-A754-0FFFBAFE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7F2B7-A042-48B2-98C5-6A9ADBA5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1899E-5231-4A8E-9614-E6B7C84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290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Automatisation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1261C-4D62-499B-90FC-5EE30374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77611-A3A2-4611-8E45-DFC97833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52316-8A49-4705-A445-833C3683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148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Résultats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E3DDB-58F4-4C06-B48F-D20502B9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3AC9E-8661-4270-A9E8-F12A38D3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3256B-E64A-4971-9DFA-24D23EF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006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D5169-3D25-476D-B4D2-088263C2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CB98D-A06B-4895-A58E-55122C90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05D523-2864-4B88-BAC5-6E24935D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370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1d8ac882c4252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D5B9B-7934-4B2C-8967-99336B0D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DCA5A-459E-439D-9279-C2C8A52D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E7516-0062-4E3B-88AA-B613DE9A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E1863-BBC7-4510-97CC-33BD67A4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3A37C-93EC-43E6-93A4-3CD8ECEA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Le projet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2CFC4-DDA8-4644-B6D9-26D3B9FA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3274B-CA38-44C0-B7F8-704E8F0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Petite app Todo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9F142-E5DD-4DD8-87D7-A0E129D3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0E878-9A43-4FDF-9AD8-7060591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FastAPI + 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E1897-015A-4417-86DE-457D0DC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1E40D-7F03-41F8-ADD9-A201EA3D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UI HTML simple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71263-6B89-44E4-93FB-0656D23C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5D6A6-860E-46F0-8757-5A6C5D9F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6E168-FD40-449D-B497-DC74423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2A768-4AB0-4B94-B16B-125D748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065B9-CE1C-435E-A345-1EB362A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D6A80-C9AC-48C4-B831-35E88494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166E7-DB0F-48D5-8BD9-363F26B4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556FA-4F01-41CF-9806-8F8EE68F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9378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50cc887e947c2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9A485-5F12-469B-A24C-F6AD28A2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7525C-1563-485D-A56A-9217870E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5D70A-AE22-43D3-8EAE-25C9BB9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EB42C-8E16-4CCB-A846-21384EB6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2D03F-D9E6-4EC7-99F9-23D2FFC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Périmètre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82603-4DD0-4D74-AE09-C9264B57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D4C72-3BF3-47DD-B775-87ABDDC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CRUD des todos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83E12-D6CE-4562-93A1-8AE9DED1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6D4CF-9BD7-427B-A782-AF0EC3DF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Filtre statut + compteur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57DAE-599F-4F7A-B8F4-AF39B99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489CF-2962-4747-92BA-AD964995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Validation des données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335EC-6B51-4EB6-8284-7B142818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D1D8C-D4CD-435C-928B-D79D2DCB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C3BDE-A589-4CB1-867E-0463054F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53667-1AF5-492A-AA3A-14C52F40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64B29-62F8-4F1B-8392-4826530B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4B3E6-9B07-41F6-B852-AFD72DD2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6C416-5F67-4852-87BA-40B59617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E1510-A3AC-437A-B6BC-C7B0D22B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B7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B719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51024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4862c8d8047b0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8BDE9-D1BC-4C90-A6CD-A250B8B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B9DC9-3A93-4A7A-A187-F7D0F05E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DE93D-757A-4307-9161-18B10426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EC978-3B66-49D7-8BD4-1700A821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C6EEA-B809-434A-9D47-21A21B70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Ce qui a changé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3C82F-7CE2-4432-9976-F668A330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E77E7-72EF-43F1-99EE-A64EC063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Frontend servi par l'API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32D8F-CC2B-4408-9A7A-E3A981DE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310B2-E9DD-4D45-9830-3F5385CD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Statuts clarifiés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5D815-1E3A-49BB-84DB-F29D4A6F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582FD-ED93-4B6A-B8B2-FC7F6088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Défauts corrigés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9CA99-3CA6-4DC4-9B8B-972577FA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CF131-0841-4440-A457-E5679584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A3672-BC3D-4BF1-BEF2-11D080EC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671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fixed defects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FB5DF-0F91-4888-B81B-50EC7F48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376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ca43fbde5459f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C3B63-68F4-470A-A69E-05E88380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00FA4-EFBE-494F-9588-A55684A8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E8E14-81D8-433F-A40F-D6C0AD35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2A7FB-4861-481F-8F9F-296CBF3A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3BB46-48BA-4BAB-AAD1-D9CA0668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Tests manuels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2627C-1257-419B-B4EB-A9F0067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F5614-39E5-4E56-A678-7B33EF0A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25 cas de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8425C-F935-42E3-BCD0-509898B8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98F34-1713-4894-87A7-D3BF8DB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CRUD +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13FF2-1CDD-4456-8720-5053F2A5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CA06A-8E0B-4C44-B714-A8044174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Parcours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ED640-7D4A-4068-9B56-17A6A708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A63F9-49E5-4BB9-B957-D8E17CD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manual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F0213-4106-465E-AA40-536E6A1A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9241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d59d2916e4267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55099-AD23-4A2F-9242-A344AC5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E452E-495B-4BA8-9910-F8324C7F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FC716-7483-4BD2-8687-340F1AAA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7DB7A-0180-42CB-8CF0-9D79709E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F158E-9875-4C80-BFDE-5503BCBA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Automatisation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118F8-88EA-426C-BFDE-191D3722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1DEE9-3A2A-480A-AD4A-713418CE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API avec pytest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6EAE3-60D5-4223-A266-2A123219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5BD20-40B8-4B72-BBF8-0484BC52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BDD en Gherkin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11BCA-D050-42BB-8600-944D4597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79F42-9E85-4D86-8B51-A3078089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UI avec Playwright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CEFAD-DE1B-4542-A867-93CCB6D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22AAE-2F08-49C6-9F16-F68F9402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0AA39-24FA-4842-917F-F566998D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297F1-1010-4460-B682-7231D270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BDD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9A352-D251-4540-ABEC-61B72576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8130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8D58F-09C7-4029-AE6A-ED567F6E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670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1826662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a31ab83814999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6DA37-41DB-4293-9241-461C04E8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83B1C-5EF4-4975-85BA-3721BE0C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DEFD1-2C26-42D8-9D76-DBCC7EF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A2006-084D-4839-A1A8-5C118368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87B3D-E8B2-4778-A140-767CDEE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TDD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EBCF1-730D-4FD9-ACFE-7A627729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49147-E6B4-48F7-BD51-C7392FA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Titre vide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4A318-E4F2-493F-8995-95A1094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CF731-A898-41F4-87A4-479F9291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Filtre par statut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C635D-F773-41FE-8B6E-0F8A6D1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1FB51-59C5-4485-8B3B-37AF0E95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Endpoint 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1BFF4-5C3D-4779-9F09-A2DF5D4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136C5-A2AD-4894-9543-4B3E3EFA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9B9E8-DF98-4DE9-833F-4B96F7D4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CC37C-9599-4BFE-A678-9F7A9EAC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0DD67-F20B-4D7F-805C-F6FBCCE3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71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2F0D2-E423-4C1B-8BAB-E8D0FDAA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Refactor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74650-3EDA-4331-B25D-D2C757E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190B7-81BE-481E-A3EA-2AF86C76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528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60741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35571dab944c2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DC687-95D6-4EDB-8AF9-E6677826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A5BFF-88F4-4B7D-8380-3BA69445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4EF71-6260-4E77-99BB-11F3DFE4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E1EE7-A135-45FE-83FA-6E7F18CA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7D0B3-3350-4D28-BA59-992FCF45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CI/CD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B16EB-1210-4C59-A464-5F9DE55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558F0-4EFB-4A9F-BBEC-DE540F06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5EC05-7DD5-402F-8C14-46452B84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755F2-9752-4744-8DAE-C324ADD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push / PR / planifié / manuel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1893A-D258-472C-9ADC-F6288145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538C8-0DCD-459D-AA3A-AB4655DA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Rapports en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9E39D-BD65-4CFA-8311-B12D6B86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39922-75D1-46AE-AFD6-91AA7336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90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4134B-EC63-4B56-B874-6B6DBA0E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37FDC-732D-4E63-A827-58B197C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350EF-3FB3-4204-AFF7-8EA153A6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E8A6B-791C-4223-AB2D-DA15ECF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2C43D-6E27-4DA2-A672-A1775180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D0829-C879-4D77-9364-2025D3F6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90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82175-5086-4324-A6D3-B3F1DF36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06A1D-4B58-4CA6-A1E1-CF644613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62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18CC0-60F4-4741-B4B4-6CBCBFC2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90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1947632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7fff61169468d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0A459-A4D5-41F7-A825-E6074AC8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3677D-84DE-4EDF-ADED-B86AD4D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AB5DB-34EC-40DC-BFAE-F4372CF2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75AE9-F62A-46AD-A3E5-C8ECE82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08C0C-166D-4FAF-9F8E-1101987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Résultats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7BDC3-D883-4A48-9110-B56333E2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DBEBA-C2D7-49B4-A109-E1EC3EB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06EB6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06EB6"/>
                </a:solidFill>
                <a:latin typeface="Aptos Display"/>
                <a:ea typeface="Aptos Display"/>
                <a:cs typeface="Aptos Display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0DC05-8213-417E-BFD5-F02E711B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tests passés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83AB0-8064-4E1E-9B5A-20CF5B3B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98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A8C12-D14D-4BF0-A922-B356B3D6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018FB-717F-4B75-A7B4-A5AEAC33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couverture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2E819-E013-4487-A283-AC7CA902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0D39A-B614-4DB0-B5D4-FEAB163F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06EB6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06EB6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CB5D5-3C13-4D2B-BE9E-D66DFBF6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 en échec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5175B-C559-4930-B93C-6A2FD462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2757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7e865057b48e9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12741-E656-4303-94AC-62969ED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EB7AE-A5DE-4C31-89E4-68780C49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98EA7-FEA4-47BA-8E14-162930E2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9A547-EC8B-495B-ACB7-77A31AE0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79E77-A2AB-48B2-A2B2-82BBAB61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Démo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FE6F2-E0DE-4BB2-92D6-E957BD9A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C0249-86DF-4E9D-822C-A0203E3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Ouvrir l'UI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81704-0276-4A1F-ACB9-7389E848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091CC-8C24-4A43-AC19-6556C178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Créer / modifier / supprimer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42949-E7D4-41F3-8803-625630AC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2F503-E65A-4DB0-81BC-069E4AA8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Vérifier la 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E7034-028C-44E2-855C-DA010AE5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667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1DF67-0F40-435A-A6A4-2E055EC6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C785D-D34C-46AC-BE03-A0DF6C1F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5BA37-5020-400C-9B08-90287F2D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F5E44-51B5-4322-AEF1-776829DA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57625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367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a8ecb536f4b46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F596F-85B4-4256-9FDC-9A32B23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Projet de rattrapage II.3525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C408D-CAA4-431A-982E-B4E61B0F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7146B-541A-4823-924A-1D8D4CB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FD033-70F4-4BE4-B9D6-2E39E408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474D1-5D44-44AE-9282-628DFA62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91327-66E6-4D62-B981-163D05BC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F18F1-CF1D-43D8-8B7C-B889A6D2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Consignes couvertes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E56AA-C74F-4E75-B331-DC9425FC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9A1D7-782F-43B3-B188-C6462D5E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Tests lisibles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6A5DA-396A-4371-BEF0-F8D1BB40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9AC3A-C142-49C8-9827-0B04267B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Projet petit mais complet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087D8-4339-4E3E-B732-42AC55A9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658C4-BC57-47E5-B783-F4B50B14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9AD02-DB21-4624-AD54-0A0858EE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8759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2026-05-29T15:38:45.9810000Z</dcterms:created>
  <dcterms:modified xsi:type="dcterms:W3CDTF">2026-05-29T15:38:45.9810000Z</dcterms:modified>
</coreProperties>
</file>