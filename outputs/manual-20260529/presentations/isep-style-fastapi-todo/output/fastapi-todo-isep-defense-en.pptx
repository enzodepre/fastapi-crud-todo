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f9289ad1244030" /><Relationship Type="http://schemas.openxmlformats.org/officeDocument/2006/relationships/extended-properties" Target="/docProps/app.xml" Id="Re104792328884f9c" /><Relationship Type="http://schemas.openxmlformats.org/officeDocument/2006/relationships/officeDocument" Target="/ppt/presentation.xml" Id="R5bfda5d1a56b45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a200e99ef74441"/>
  </p:sldMasterIdLst>
  <p:notesMasterIdLst>
    <p:notesMasterId xmlns:r="http://schemas.openxmlformats.org/officeDocument/2006/relationships" r:id="Rb9d221dd6f4f46f9"/>
  </p:notesMasterIdLst>
  <p:sldIdLst>
    <p:sldId xmlns:r="http://schemas.openxmlformats.org/officeDocument/2006/relationships" id="256" r:id="R279b5dc960b447aa"/>
    <p:sldId xmlns:r="http://schemas.openxmlformats.org/officeDocument/2006/relationships" id="257" r:id="R6d16f4809c4e4dd5"/>
    <p:sldId xmlns:r="http://schemas.openxmlformats.org/officeDocument/2006/relationships" id="258" r:id="R4e6dbed03fee4c64"/>
    <p:sldId xmlns:r="http://schemas.openxmlformats.org/officeDocument/2006/relationships" id="259" r:id="R17997a39e5624305"/>
    <p:sldId xmlns:r="http://schemas.openxmlformats.org/officeDocument/2006/relationships" id="260" r:id="R17332780d66540da"/>
    <p:sldId xmlns:r="http://schemas.openxmlformats.org/officeDocument/2006/relationships" id="261" r:id="R3dc663b3723c41a3"/>
    <p:sldId xmlns:r="http://schemas.openxmlformats.org/officeDocument/2006/relationships" id="262" r:id="Rf7b7c4641eee493d"/>
    <p:sldId xmlns:r="http://schemas.openxmlformats.org/officeDocument/2006/relationships" id="263" r:id="R28e09efe8d384156"/>
    <p:sldId xmlns:r="http://schemas.openxmlformats.org/officeDocument/2006/relationships" id="264" r:id="Rc8d1650d960f4d38"/>
    <p:sldId xmlns:r="http://schemas.openxmlformats.org/officeDocument/2006/relationships" id="265" r:id="R5760255e3dbc4462"/>
    <p:sldId xmlns:r="http://schemas.openxmlformats.org/officeDocument/2006/relationships" id="266" r:id="R8f277b703e2a44d8"/>
    <p:sldId xmlns:r="http://schemas.openxmlformats.org/officeDocument/2006/relationships" id="267" r:id="Rd221fa2a41e645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200e99ef74441" /><Relationship Type="http://schemas.openxmlformats.org/officeDocument/2006/relationships/theme" Target="/ppt/theme/theme1.xml" Id="Rc6c0a35ecc6f4c06" /><Relationship Type="http://schemas.openxmlformats.org/officeDocument/2006/relationships/notesMaster" Target="/ppt/notesMasters/notesMaster1.xml" Id="Rb9d221dd6f4f46f9" /><Relationship Type="http://schemas.openxmlformats.org/officeDocument/2006/relationships/presProps" Target="/ppt/presProps.xml" Id="R86de9b8ea563407e" /><Relationship Type="http://schemas.openxmlformats.org/officeDocument/2006/relationships/viewProps" Target="/ppt/viewProps.xml" Id="Rc29b9507f678406f" /><Relationship Type="http://schemas.openxmlformats.org/officeDocument/2006/relationships/tableStyles" Target="/ppt/tableStyles.xml" Id="Rc1f9357f7fe44638" /><Relationship Type="http://schemas.openxmlformats.org/officeDocument/2006/relationships/slide" Target="/ppt/slides/slide1.xml" Id="R279b5dc960b447aa" /><Relationship Type="http://schemas.openxmlformats.org/officeDocument/2006/relationships/slide" Target="/ppt/slides/slide2.xml" Id="R6d16f4809c4e4dd5" /><Relationship Type="http://schemas.openxmlformats.org/officeDocument/2006/relationships/slide" Target="/ppt/slides/slide3.xml" Id="R4e6dbed03fee4c64" /><Relationship Type="http://schemas.openxmlformats.org/officeDocument/2006/relationships/slide" Target="/ppt/slides/slide4.xml" Id="R17997a39e5624305" /><Relationship Type="http://schemas.openxmlformats.org/officeDocument/2006/relationships/slide" Target="/ppt/slides/slide5.xml" Id="R17332780d66540da" /><Relationship Type="http://schemas.openxmlformats.org/officeDocument/2006/relationships/slide" Target="/ppt/slides/slide6.xml" Id="R3dc663b3723c41a3" /><Relationship Type="http://schemas.openxmlformats.org/officeDocument/2006/relationships/slide" Target="/ppt/slides/slide7.xml" Id="Rf7b7c4641eee493d" /><Relationship Type="http://schemas.openxmlformats.org/officeDocument/2006/relationships/slide" Target="/ppt/slides/slide8.xml" Id="R28e09efe8d384156" /><Relationship Type="http://schemas.openxmlformats.org/officeDocument/2006/relationships/slide" Target="/ppt/slides/slide9.xml" Id="Rc8d1650d960f4d38" /><Relationship Type="http://schemas.openxmlformats.org/officeDocument/2006/relationships/slide" Target="/ppt/slides/slide10.xml" Id="R5760255e3dbc4462" /><Relationship Type="http://schemas.openxmlformats.org/officeDocument/2006/relationships/slide" Target="/ppt/slides/slide11.xml" Id="R8f277b703e2a44d8" /><Relationship Type="http://schemas.openxmlformats.org/officeDocument/2006/relationships/slide" Target="/ppt/slides/slide12.xml" Id="Rd221fa2a41e645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c9d0e7628654a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7f3580ba8c4a2b" /><Relationship Type="http://schemas.openxmlformats.org/officeDocument/2006/relationships/notesMaster" Target="/ppt/notesMasters/notesMaster1.xml" Id="R71c01bd351d34e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33f35cc6dc46c9" /><Relationship Type="http://schemas.openxmlformats.org/officeDocument/2006/relationships/notesMaster" Target="/ppt/notesMasters/notesMaster1.xml" Id="Re016096c4b9348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4a36f7ffd848c5" /><Relationship Type="http://schemas.openxmlformats.org/officeDocument/2006/relationships/notesMaster" Target="/ppt/notesMasters/notesMaster1.xml" Id="R9bf5d6772c6843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bea0184d994a73" /><Relationship Type="http://schemas.openxmlformats.org/officeDocument/2006/relationships/notesMaster" Target="/ppt/notesMasters/notesMaster1.xml" Id="Rb8a97880f32a4e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d0ec14f5aa4caf" /><Relationship Type="http://schemas.openxmlformats.org/officeDocument/2006/relationships/notesMaster" Target="/ppt/notesMasters/notesMaster1.xml" Id="Rdcccbfc055f648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de520a50d6474f" /><Relationship Type="http://schemas.openxmlformats.org/officeDocument/2006/relationships/notesMaster" Target="/ppt/notesMasters/notesMaster1.xml" Id="R0e0ee7b8528647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165a69af0341c7" /><Relationship Type="http://schemas.openxmlformats.org/officeDocument/2006/relationships/notesMaster" Target="/ppt/notesMasters/notesMaster1.xml" Id="R85e15ed8c3b348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309e7bfe474966" /><Relationship Type="http://schemas.openxmlformats.org/officeDocument/2006/relationships/notesMaster" Target="/ppt/notesMasters/notesMaster1.xml" Id="R42020d214b3948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f246ca7f2a4a93" /><Relationship Type="http://schemas.openxmlformats.org/officeDocument/2006/relationships/notesMaster" Target="/ppt/notesMasters/notesMaster1.xml" Id="Rde5d000b61e147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aaaa2bae02456c" /><Relationship Type="http://schemas.openxmlformats.org/officeDocument/2006/relationships/notesMaster" Target="/ppt/notesMasters/notesMaster1.xml" Id="R8f227b740dd54b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e64e8bd5fd46c7" /><Relationship Type="http://schemas.openxmlformats.org/officeDocument/2006/relationships/notesMaster" Target="/ppt/notesMasters/notesMaster1.xml" Id="R17f5fefb455549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8271cd2c3742c8" /><Relationship Type="http://schemas.openxmlformats.org/officeDocument/2006/relationships/notesMaster" Target="/ppt/notesMasters/notesMaster1.xml" Id="R8fe85aceaeec4f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1b1f7cfc7c447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b27117a66ac48fb" /><Relationship Type="http://schemas.openxmlformats.org/officeDocument/2006/relationships/slideLayout" Target="/ppt/slideLayouts/slideLayout2.xml" Id="Re6e15fe5b93246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e15fe5b93246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fcd9cc4083446c" /><Relationship Type="http://schemas.openxmlformats.org/officeDocument/2006/relationships/image" Target="/ppt/media/image.png" Id="R92b92cb9c955447d" /><Relationship Type="http://schemas.openxmlformats.org/officeDocument/2006/relationships/notesSlide" Target="/ppt/notesSlides/notesSlide1.xml" Id="Rd47a392d02d247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4943527de14f56" /><Relationship Type="http://schemas.openxmlformats.org/officeDocument/2006/relationships/image" Target="/ppt/media/image2.png" Id="R5b802d6fbe5a42a7" /><Relationship Type="http://schemas.openxmlformats.org/officeDocument/2006/relationships/notesSlide" Target="/ppt/notesSlides/notesSlide2.xml" Id="Ra0728779afae45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5fd65b3fde4d61" /><Relationship Type="http://schemas.openxmlformats.org/officeDocument/2006/relationships/image" Target="/ppt/media/image3.png" Id="R11f54d866e5d46db" /><Relationship Type="http://schemas.openxmlformats.org/officeDocument/2006/relationships/notesSlide" Target="/ppt/notesSlides/notesSlide3.xml" Id="R8f88de9320e848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f8523467444189" /><Relationship Type="http://schemas.openxmlformats.org/officeDocument/2006/relationships/image" Target="/ppt/media/image4.png" Id="Rfbe40b4734474da6" /><Relationship Type="http://schemas.openxmlformats.org/officeDocument/2006/relationships/notesSlide" Target="/ppt/notesSlides/notesSlide4.xml" Id="R7098b5aa876546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80feea82644189" /><Relationship Type="http://schemas.openxmlformats.org/officeDocument/2006/relationships/image" Target="/ppt/media/image5.png" Id="Rd8f2f5b476f3407f" /><Relationship Type="http://schemas.openxmlformats.org/officeDocument/2006/relationships/notesSlide" Target="/ppt/notesSlides/notesSlide5.xml" Id="R1abe034e75ac45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315fdf968541dc" /><Relationship Type="http://schemas.openxmlformats.org/officeDocument/2006/relationships/image" Target="/ppt/media/image6.png" Id="R49c75f690bff4e2f" /><Relationship Type="http://schemas.openxmlformats.org/officeDocument/2006/relationships/notesSlide" Target="/ppt/notesSlides/notesSlide6.xml" Id="Rad6164b47a8449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d8373ff6154d21" /><Relationship Type="http://schemas.openxmlformats.org/officeDocument/2006/relationships/image" Target="/ppt/media/image7.png" Id="R6e53261043c04876" /><Relationship Type="http://schemas.openxmlformats.org/officeDocument/2006/relationships/notesSlide" Target="/ppt/notesSlides/notesSlide7.xml" Id="Rb0c97a84b9a54e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b0a14a025a46e2" /><Relationship Type="http://schemas.openxmlformats.org/officeDocument/2006/relationships/image" Target="/ppt/media/image8.png" Id="Rddf8d8a55c2c4b07" /><Relationship Type="http://schemas.openxmlformats.org/officeDocument/2006/relationships/notesSlide" Target="/ppt/notesSlides/notesSlide8.xml" Id="Rdd984fde03ac47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07909e1a484b00" /><Relationship Type="http://schemas.openxmlformats.org/officeDocument/2006/relationships/image" Target="/ppt/media/image9.png" Id="Re768d7a53f1b43f3" /><Relationship Type="http://schemas.openxmlformats.org/officeDocument/2006/relationships/notesSlide" Target="/ppt/notesSlides/notesSlide9.xml" Id="R16e0767ba70743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e50d09926742be" /><Relationship Type="http://schemas.openxmlformats.org/officeDocument/2006/relationships/image" Target="/ppt/media/image10.png" Id="Rcdd8c199aa114eb0" /><Relationship Type="http://schemas.openxmlformats.org/officeDocument/2006/relationships/notesSlide" Target="/ppt/notesSlides/notesSlide10.xml" Id="R1fe3937723254d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97203f59da49e2" /><Relationship Type="http://schemas.openxmlformats.org/officeDocument/2006/relationships/image" Target="/ppt/media/image11.png" Id="R9d8081eac7ff4949" /><Relationship Type="http://schemas.openxmlformats.org/officeDocument/2006/relationships/notesSlide" Target="/ppt/notesSlides/notesSlide11.xml" Id="Re62c301d98784f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e2b6755a234bf2" /><Relationship Type="http://schemas.openxmlformats.org/officeDocument/2006/relationships/image" Target="/ppt/media/image12.png" Id="R9be786c050ce40dc" /><Relationship Type="http://schemas.openxmlformats.org/officeDocument/2006/relationships/notesSlide" Target="/ppt/notesSlides/notesSlide12.xml" Id="R58d21b3418bc43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B95FDF-498F-4467-98C7-E0DF77A3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0"/>
            <a:ext cx="3000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10A5E-3E15-4774-B8F8-28A4BAE3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BE6BF-34F2-4AC9-9FB0-DA3A7D81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876300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FAE2B-64E4-4378-92BB-A06077C8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524000"/>
            <a:ext cx="1200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B7F10-19B6-4D1B-A2E0-734D846F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16205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>
              <a:alpha val="8000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92cb9c955447d"/>
          <a:stretch xmlns:a="http://schemas.openxmlformats.org/drawingml/2006/main"/>
        </p:blipFill>
        <p:spPr>
          <a:xfrm xmlns:a="http://schemas.openxmlformats.org/drawingml/2006/main">
            <a:off x="666750" y="368046"/>
            <a:ext cx="2476500" cy="104508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3CF48-225C-45B0-98C9-D29A166D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685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6D5A0-1833-4614-8489-53D2D57B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7239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FastAPI Todo</a:t>
            </a:r>
          </a:p>
          <a:p xmlns:a="http://schemas.openxmlformats.org/drawingml/2006/main">
            <a:pPr algn="l">
              <a:defRPr sz="42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Tests &amp; Automation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C1247-85EF-4886-9184-325CA28F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571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II.3525 catch-up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CE173-A50D-4FE6-ADBA-336949CC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Enzo Depre | ISEP |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B27CB-4537-4541-A41F-A54974BE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429016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02d6fbe5a42a7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CDD8F-8043-4142-AC54-DB4D0060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II.3525 catch-up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7795D-6637-4DC0-A4A3-9BFD4EDA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9BDFC-9861-451B-8135-60FE8340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A3884-AFF4-48C4-B407-86151D2F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540F3-8BCB-4F00-8569-151B9309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Agenda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C7F79-495E-4895-9431-A89496F3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7AA06-5006-41DA-A859-82B9BAC8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70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271B1-579D-4F0A-8E4F-05C61C9F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57450"/>
            <a:ext cx="428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74AEE-9395-4C96-B4BC-639B21C6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5A993-975F-4C0C-8C5A-4E7AA5CA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70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7AD92-D3F7-4F06-AF31-DF51A5CB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0"/>
            <a:ext cx="428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F88B2-23BC-4BFC-B6F4-F1469498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F4BBC-3F29-46A9-ACB7-BEACB74A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70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922A1-738A-461A-8B6A-9365A59A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29050"/>
            <a:ext cx="428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31DF5-0AF7-4067-BEA0-1B11A19C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B06AE-3C81-49F3-ACE5-0DED95DF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70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DE966-04D8-43BA-9A38-892A9F53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14850"/>
            <a:ext cx="428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006B7-E3C2-42DD-B363-9D77BAF9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F8070-D9CC-4060-9FFD-16F1B350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70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E73D4-D153-430C-9D55-3FCACC0E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00650"/>
            <a:ext cx="428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5FFAF5-6055-4144-AA60-A2F7E7A5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CF247E-7F5F-4AF1-89FE-BBCC297B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030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100C42-3275-4D47-AF8F-D28CDEA1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7639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54d866e5d46db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00910-2D2E-471F-8AEE-3B692C5A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II.3525 catch-up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AF5C0-C63B-4BB6-A453-D6BE9DDD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F204D-8FA8-4FF4-9997-77C55F8E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0E240-5506-462A-BB4D-394D395E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2396E-0372-480F-A66E-ABDEC123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The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F7399-8306-4C05-A816-073BF05C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C9F62-E9F4-4963-A315-B030B306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Small Todo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FA005-7AE9-4F58-BF96-CB762D4A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6D0BE-F9E9-48B8-BA4C-1E77C534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FastAPI + 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CDC32-25EE-427F-B239-BC66FBB7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E6778-DE26-4931-B250-7F860C86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Simple HTML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A15AA-33B3-4B61-99E3-65686743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D02E0-1A8C-46D6-9A9E-09FF2928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BFC9C-738D-42BE-A5A2-8AB6B6DA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148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EF361-B749-49D0-970F-98D40A9B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527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262EF-B4EB-4F79-9287-75F4F3FA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385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83F67-3CDE-4B8C-BB6B-85977F96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8F6C8-1A7E-4665-8018-493E03EA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C58CC-41C1-43A2-95A4-0C2B0E22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5225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40b4734474da6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2BDF6-D41C-45B5-93DF-4E2398C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II.3525 catch-up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823BE-DE7F-4E73-BC2C-DBB43922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D5D69-A4E8-4172-B28E-66CEA709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A3DB4-F4A9-42E5-BE20-2C8F6FEA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F2F69-494E-40AC-B3D6-A9A0A34B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2D55A-950D-4F88-AE9A-C0C1A828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B60F4-B7ED-45EE-8553-28F7C3BA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CRUD todos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31D09-B78B-468D-A322-0A8A4BA1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8358A-8060-4B95-9AAB-66B2AE44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Status filter + 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64C8C-7E13-405F-90F4-74044819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72515-62C5-4C60-BE70-C8139747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Input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8C4F2-430B-4FBE-B45F-673862D9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B5CAA-5167-43D5-8556-573CDEB4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63260-3F30-443F-90F2-D8F30DD9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9913A-9C61-4C9A-86F2-A3C7A943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887A3-841C-4DE5-A65F-DE5F7BE5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DDF2E-5595-495F-ACCD-07B099A7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528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9B226-C721-41A9-9BCA-F26E7891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386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5F67D-4681-4F07-92A2-8CD4880C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B71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B719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1765969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2f5b476f3407f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439EB-F907-42BE-8168-247C592C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II.3525 catch-up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A9ED1-4B1B-41D5-A13E-F2FB00D2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3142A-C0D6-434E-B56F-7903E115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1210B-9BAD-4127-B962-0770042E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0939D-0532-46FD-AB37-60F6A97A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What I changed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7DDAA-8888-424F-A478-BF939F11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1516F-BD4A-46AF-AFCC-6A1C1B7F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Frontend served by the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48ED5-E8C9-4CF8-8315-DD96CD2A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0C61D-2F78-412F-A081-02F245F3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Clear status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DC166-5041-4DE8-A0BD-DEEE192A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F0B07-75AA-40E5-A7D2-8FAF3CF4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Regression defects fixed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81712-4C3E-4980-97B0-A01B6EED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59336-928F-4C0F-BAAC-E88F9783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1276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ECF47-993A-4D3A-9506-740F87CD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671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fixed defects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A2FAA-7961-46C7-B8F8-7C469218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719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2726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75f690bff4e2f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48E63-3DE7-4E9D-AE8A-399B8109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II.3525 catch-up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C9169-F0E0-4C24-9A36-04B16C03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0BE6D-76A2-4D3E-847D-38535061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1CDB1-E593-4858-A006-94E0FA73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C98AB-AFF0-4FF1-B371-B6FDCBFA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Manual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94448-F528-4E25-922A-514EF3FE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70E50-9F6C-4ABE-8B0E-5FE518BE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25 test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3FFE8-445A-4FD6-85CD-B79EB29C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203A1-A816-4D2B-B729-CF179767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CRUD +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E52A4-7A84-4B19-BC5E-C95B082C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7A4DB-DFAA-4EE1-99FA-D257AC0B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Frontend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76D5D-FB21-4CE3-81FC-C2DD7A51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94E33-8CD9-473D-9C62-AB690601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manual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F490A-CC5F-4938-BC9C-2A3ECF79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4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22924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3261043c04876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A65DE-5D85-4037-B06B-52103DE5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II.3525 catch-up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B724C-C94E-41B8-9388-2D2809BE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74455-CE64-4763-907E-4C662205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6E3AD-B174-4452-BA0C-DF112356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4356E-1C6F-4FF4-A434-CA4BDDCF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Automation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EDC6D-6544-45AE-89DA-2E507347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E2086-BFAD-49BF-97B9-BFFE7FA2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pytest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3AD2F-036A-4667-B84A-0C3E409F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BA571-A619-4C02-88AB-27F16355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BDD scenarios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38134-8463-48F7-A4D1-CDD70D18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B6E19-AEA1-4002-A8E4-5B82122D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Playwright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B1494-B53C-467F-BBAF-9BADC931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933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F97E1-DEF3-4F7D-A10E-4EAD7719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6705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13E76-52EF-40E5-A78F-8B0BEBD7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933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48CFD-F5B5-42B3-A8BA-C9E43B67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6705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BDD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DC00E-E3F2-4B53-8DCB-E88851CD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81300"/>
            <a:ext cx="933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CB43B-240B-41EB-9946-300DF747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67050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</p:spTree>
    <p:extLst>
      <p:ext uri="{BB962C8B-B14F-4D97-AF65-F5344CB8AC3E}">
        <p14:creationId xmlns:p14="http://schemas.microsoft.com/office/powerpoint/2010/main" val="2309247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8d8a55c2c4b07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3EC07-5490-4EF0-86FC-E61C7B17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II.3525 catch-up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D77C9-7690-4E22-BAC6-6EDECD61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9CF36-D8C7-4366-B08E-E465EB2F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691BE-9D47-47EC-B341-5291EA15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5394E-96DD-4363-A2F2-5C31216C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TDD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CBC8A-7F58-4CA7-872E-7A2A386F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A888D-E543-4E85-94D6-4F8A4A4E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Empty title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2A3F5-1E28-4A9C-88DE-994D58D7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0C83E-F97C-48F8-BA99-DACF10D6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Status 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4B9D9-62EB-4C09-BE7D-97F673E5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6214C-30F1-488E-A17D-2A60E2FA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Count endpoint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16E3E-8CB4-46C1-BD34-E7509430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B88C7-29B5-4F9F-A82D-2031445A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E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6EB6"/>
                </a:solidFill>
                <a:latin typeface="Aptos"/>
                <a:ea typeface="Aptos"/>
                <a:cs typeface="Aptos"/>
              </a:rPr>
              <a:t>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B5F0A-4F91-4D55-8FF3-89070327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718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97806-045C-417B-BF5C-1C0A80B3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Green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7BEA2-9598-4479-8ABA-7AA09FD9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718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46ACA5-3F33-4DB0-9153-3203E678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Refactor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52058-C28B-411D-8CB7-1D8CF7F4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528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FCB220-0C23-4F23-A96C-A8A1A900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528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32446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8d7a53f1b43f3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821D4-60A7-4D33-B542-781C9E22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II.3525 catch-up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F1D45-5B5F-4B99-8EDF-643F6A91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174BB-7822-4977-B7BC-2702834B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7F305-B9E1-4E38-A3BF-C3F193C6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FFF82-B7A8-43B2-BD01-DB3D5B21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CI/CD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F9917-C94B-454F-B493-5F48EE5E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7FCE4-8D6C-42DA-913B-EA7AA171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GitHub 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4EAF9-DCDA-49D2-81D2-6D5B4F1F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D620C-5C98-4C47-8533-740966FD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push / PR / schedule / manual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D17AC-D7C1-49EE-8093-744BDD12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975C9-6650-43EB-99BE-A8D08C5F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Reports as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F1B68-EE11-4BA4-A44A-B51F2FE2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623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80661-8FAF-4203-92EF-8C841610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909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5367A-A7FC-4AB4-8B8A-8C550592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EB6A8-216E-4A30-8F90-0AE1833F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623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8B071-BB0A-48D6-9E20-C6B3D4BC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5085F-DB37-4E24-8E54-E4744F30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0BECB-881C-44C0-AD2C-E6A3A24A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623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594EB-CE4D-48BA-A5B2-08BA5EE7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909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B1149B-DAE1-4336-85D8-F79296C3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766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85FD9A-1E81-4D05-BB1C-F36C87D1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623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D6667-3383-4DFC-B67A-C95D3A11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909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2A43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6173991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8c199aa114eb0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610B4-7EF6-4FB2-BFA3-C4DE6D3D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II.3525 catch-up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8B10A-DA7A-40CC-BFD4-2719CBFD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D5D9C-C63F-45C0-96DF-3A99DDD7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A2471-89FB-4654-8420-3E31B83E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FB665-E05F-4F96-9D7D-3D248630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DDE19-AC7C-49BF-956C-A0816F0C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388D1-0C24-4DF6-BD11-305B9C1A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06EB6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006EB6"/>
                </a:solidFill>
                <a:latin typeface="Aptos Display"/>
                <a:ea typeface="Aptos Display"/>
                <a:cs typeface="Aptos Display"/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4E937-6D8F-4DFC-B61F-8DC486AF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tests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88006-67DA-4CE5-BF32-83876F1C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098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00698-8ABD-4B0F-A5B2-A50D7E56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95%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3F459-3631-4E9C-A47D-7A7FD0D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C29B0-0107-44E2-AD21-1F9DB44E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098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6AFA4-C3B6-4484-8803-1CC2463D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06EB6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006EB6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5EEC9-EBFC-4031-815B-21B8ECCC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failing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57A8C-AA79-4402-9248-6B951902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723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4805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081eac7ff4949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82167-5C6C-4278-8385-D8213299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II.3525 catch-up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98FD0-4187-4E90-B7EF-E0FFAECF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CC0C4-A552-46FD-B8E2-985910AC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B6534-D3BE-4506-ACAB-9317BC3E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F9011-9323-48B3-BF20-57B5C519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Demo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2D5DF-216B-4259-A428-2A05DA4F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E37EC-F2BA-4BFD-A167-FC287AC1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Open the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E03B0-645A-4956-95FE-684BAD76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23DB5-34F0-4D5C-859A-3ABD7C9D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Create / update / delete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C6C60-9353-441C-B5DF-46E6BC51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18B90-2855-490D-84B1-6A32B925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Check the CI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F2D32-86E9-4357-8048-5F3FE819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2667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6A2B8-0391-4564-A4CD-4ACD0789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C41DE-E3E0-490F-904B-61D186A6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051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852F3-1261-4245-A89B-DFC3566A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86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6B445-BF74-42E6-A439-BE8EEBED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57625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02211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786c050ce40dc"/>
          <a:stretch xmlns:a="http://schemas.openxmlformats.org/drawingml/2006/main"/>
        </p:blipFill>
        <p:spPr>
          <a:xfrm xmlns:a="http://schemas.openxmlformats.org/drawingml/2006/main">
            <a:off x="666750" y="269786"/>
            <a:ext cx="1543050" cy="65116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DFE84-3F86-4911-8F57-90CF95A4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II.3525 catch-up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B23A0-621A-4B28-B2BE-58E8EE4D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C2F3C-3703-433A-8E54-F4054394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D8394-4047-415A-862D-966C66CD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4EE59-0B32-4F43-B7E0-B2727EFB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72A43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7A0D6-3675-4C91-AA5B-9D9B399D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983FC-4033-4255-9EAF-0C66FB54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479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Requirements covered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67942-C72E-406F-B043-22B8E3E2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09036-3EDA-40A1-A842-6B10C97C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090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Readable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04234-0129-4ADC-A6F3-A46B808B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6F9B7-6508-4837-989B-6D08EB0B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601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Small app, complete strategy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4C70C-3613-49F3-A1F4-7D72944F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223D6-B04F-4837-9B34-63DB6F04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EB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47C84-DC5F-49C2-9CA8-58D76E6E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1000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71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6759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2026-05-29T15:38:41.7250000Z</dcterms:created>
  <dcterms:modified xsi:type="dcterms:W3CDTF">2026-05-29T15:38:41.7260000Z</dcterms:modified>
</coreProperties>
</file>