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8ff8688c224d20" /><Relationship Type="http://schemas.openxmlformats.org/officeDocument/2006/relationships/extended-properties" Target="/docProps/app.xml" Id="R57fef4b830da4d75" /><Relationship Type="http://schemas.openxmlformats.org/officeDocument/2006/relationships/officeDocument" Target="/ppt/presentation.xml" Id="Rbcb56e38fe4d49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5372007ae645e1"/>
  </p:sldMasterIdLst>
  <p:notesMasterIdLst>
    <p:notesMasterId xmlns:r="http://schemas.openxmlformats.org/officeDocument/2006/relationships" r:id="R53ec4e29a4e548ad"/>
  </p:notesMasterIdLst>
  <p:sldIdLst>
    <p:sldId xmlns:r="http://schemas.openxmlformats.org/officeDocument/2006/relationships" id="256" r:id="R8c15590cdcc14688"/>
    <p:sldId xmlns:r="http://schemas.openxmlformats.org/officeDocument/2006/relationships" id="257" r:id="Rb3b6152806094f38"/>
    <p:sldId xmlns:r="http://schemas.openxmlformats.org/officeDocument/2006/relationships" id="258" r:id="Rb607f677664c4c29"/>
    <p:sldId xmlns:r="http://schemas.openxmlformats.org/officeDocument/2006/relationships" id="259" r:id="Rf8130cb376ab409a"/>
    <p:sldId xmlns:r="http://schemas.openxmlformats.org/officeDocument/2006/relationships" id="260" r:id="Ra080cec032e94f6c"/>
    <p:sldId xmlns:r="http://schemas.openxmlformats.org/officeDocument/2006/relationships" id="261" r:id="Rdee3d8ff027b4c33"/>
    <p:sldId xmlns:r="http://schemas.openxmlformats.org/officeDocument/2006/relationships" id="262" r:id="R317a3ddb43744568"/>
    <p:sldId xmlns:r="http://schemas.openxmlformats.org/officeDocument/2006/relationships" id="263" r:id="Rb65b1b09e1134148"/>
    <p:sldId xmlns:r="http://schemas.openxmlformats.org/officeDocument/2006/relationships" id="264" r:id="Rc385e87789de4068"/>
    <p:sldId xmlns:r="http://schemas.openxmlformats.org/officeDocument/2006/relationships" id="265" r:id="R43fdd1d9d7834efa"/>
    <p:sldId xmlns:r="http://schemas.openxmlformats.org/officeDocument/2006/relationships" id="266" r:id="R3a0fe91381854a12"/>
    <p:sldId xmlns:r="http://schemas.openxmlformats.org/officeDocument/2006/relationships" id="267" r:id="Rfeb2c82e562147f1"/>
    <p:sldId xmlns:r="http://schemas.openxmlformats.org/officeDocument/2006/relationships" id="268" r:id="R508c8215e56544ee"/>
    <p:sldId xmlns:r="http://schemas.openxmlformats.org/officeDocument/2006/relationships" id="269" r:id="R4b77cd03115e435d"/>
    <p:sldId xmlns:r="http://schemas.openxmlformats.org/officeDocument/2006/relationships" id="270" r:id="R77f0f43c2e0744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372007ae645e1" /><Relationship Type="http://schemas.openxmlformats.org/officeDocument/2006/relationships/theme" Target="/ppt/theme/theme1.xml" Id="Rbb2624102ace4440" /><Relationship Type="http://schemas.openxmlformats.org/officeDocument/2006/relationships/notesMaster" Target="/ppt/notesMasters/notesMaster1.xml" Id="R53ec4e29a4e548ad" /><Relationship Type="http://schemas.openxmlformats.org/officeDocument/2006/relationships/presProps" Target="/ppt/presProps.xml" Id="Rdaca2d39da794952" /><Relationship Type="http://schemas.openxmlformats.org/officeDocument/2006/relationships/viewProps" Target="/ppt/viewProps.xml" Id="Rbaea16f7cc1d43d8" /><Relationship Type="http://schemas.openxmlformats.org/officeDocument/2006/relationships/tableStyles" Target="/ppt/tableStyles.xml" Id="R30de74a5ce144bc0" /><Relationship Type="http://schemas.openxmlformats.org/officeDocument/2006/relationships/slide" Target="/ppt/slides/slide1.xml" Id="R8c15590cdcc14688" /><Relationship Type="http://schemas.openxmlformats.org/officeDocument/2006/relationships/slide" Target="/ppt/slides/slide2.xml" Id="Rb3b6152806094f38" /><Relationship Type="http://schemas.openxmlformats.org/officeDocument/2006/relationships/slide" Target="/ppt/slides/slide3.xml" Id="Rb607f677664c4c29" /><Relationship Type="http://schemas.openxmlformats.org/officeDocument/2006/relationships/slide" Target="/ppt/slides/slide4.xml" Id="Rf8130cb376ab409a" /><Relationship Type="http://schemas.openxmlformats.org/officeDocument/2006/relationships/slide" Target="/ppt/slides/slide5.xml" Id="Ra080cec032e94f6c" /><Relationship Type="http://schemas.openxmlformats.org/officeDocument/2006/relationships/slide" Target="/ppt/slides/slide6.xml" Id="Rdee3d8ff027b4c33" /><Relationship Type="http://schemas.openxmlformats.org/officeDocument/2006/relationships/slide" Target="/ppt/slides/slide7.xml" Id="R317a3ddb43744568" /><Relationship Type="http://schemas.openxmlformats.org/officeDocument/2006/relationships/slide" Target="/ppt/slides/slide8.xml" Id="Rb65b1b09e1134148" /><Relationship Type="http://schemas.openxmlformats.org/officeDocument/2006/relationships/slide" Target="/ppt/slides/slide9.xml" Id="Rc385e87789de4068" /><Relationship Type="http://schemas.openxmlformats.org/officeDocument/2006/relationships/slide" Target="/ppt/slides/slide10.xml" Id="R43fdd1d9d7834efa" /><Relationship Type="http://schemas.openxmlformats.org/officeDocument/2006/relationships/slide" Target="/ppt/slides/slide11.xml" Id="R3a0fe91381854a12" /><Relationship Type="http://schemas.openxmlformats.org/officeDocument/2006/relationships/slide" Target="/ppt/slides/slide12.xml" Id="Rfeb2c82e562147f1" /><Relationship Type="http://schemas.openxmlformats.org/officeDocument/2006/relationships/slide" Target="/ppt/slides/slide13.xml" Id="R508c8215e56544ee" /><Relationship Type="http://schemas.openxmlformats.org/officeDocument/2006/relationships/slide" Target="/ppt/slides/slide14.xml" Id="R4b77cd03115e435d" /><Relationship Type="http://schemas.openxmlformats.org/officeDocument/2006/relationships/slide" Target="/ppt/slides/slide15.xml" Id="R77f0f43c2e0744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b922bf5382147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20232e7974401c" /><Relationship Type="http://schemas.openxmlformats.org/officeDocument/2006/relationships/notesMaster" Target="/ppt/notesMasters/notesMaster1.xml" Id="Rf6426e7fa8e4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4228922db04204" /><Relationship Type="http://schemas.openxmlformats.org/officeDocument/2006/relationships/notesMaster" Target="/ppt/notesMasters/notesMaster1.xml" Id="R894dc9fe157446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34a9aa8674c6f" /><Relationship Type="http://schemas.openxmlformats.org/officeDocument/2006/relationships/notesMaster" Target="/ppt/notesMasters/notesMaster1.xml" Id="R3322de557afd48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6c7ea393414594" /><Relationship Type="http://schemas.openxmlformats.org/officeDocument/2006/relationships/notesMaster" Target="/ppt/notesMasters/notesMaster1.xml" Id="R37770d3cd1c8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44eb61f0494730" /><Relationship Type="http://schemas.openxmlformats.org/officeDocument/2006/relationships/notesMaster" Target="/ppt/notesMasters/notesMaster1.xml" Id="R01648740f3714c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e13f665dfb44c8" /><Relationship Type="http://schemas.openxmlformats.org/officeDocument/2006/relationships/notesMaster" Target="/ppt/notesMasters/notesMaster1.xml" Id="R510030d4731a41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763d7da204311" /><Relationship Type="http://schemas.openxmlformats.org/officeDocument/2006/relationships/notesMaster" Target="/ppt/notesMasters/notesMaster1.xml" Id="Rdefe3d123ccc4e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55ff22f0434c5b" /><Relationship Type="http://schemas.openxmlformats.org/officeDocument/2006/relationships/notesMaster" Target="/ppt/notesMasters/notesMaster1.xml" Id="R8505613cfec24f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ed73bd78664e1e" /><Relationship Type="http://schemas.openxmlformats.org/officeDocument/2006/relationships/notesMaster" Target="/ppt/notesMasters/notesMaster1.xml" Id="Rc1e165822d204a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f971ab72704212" /><Relationship Type="http://schemas.openxmlformats.org/officeDocument/2006/relationships/notesMaster" Target="/ppt/notesMasters/notesMaster1.xml" Id="Rc33cc921141944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7cde967d7e4a10" /><Relationship Type="http://schemas.openxmlformats.org/officeDocument/2006/relationships/notesMaster" Target="/ppt/notesMasters/notesMaster1.xml" Id="Re534e81490ed47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a69650bee3444a" /><Relationship Type="http://schemas.openxmlformats.org/officeDocument/2006/relationships/notesMaster" Target="/ppt/notesMasters/notesMaster1.xml" Id="Rb07b1390f6c54c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5076f84cfd4860" /><Relationship Type="http://schemas.openxmlformats.org/officeDocument/2006/relationships/notesMaster" Target="/ppt/notesMasters/notesMaster1.xml" Id="R77a2e4b3c1564c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b1b3dc97914a6e" /><Relationship Type="http://schemas.openxmlformats.org/officeDocument/2006/relationships/notesMaster" Target="/ppt/notesMasters/notesMaster1.xml" Id="Rda008e0a68f342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37eabbfb264680" /><Relationship Type="http://schemas.openxmlformats.org/officeDocument/2006/relationships/notesMaster" Target="/ppt/notesMasters/notesMaster1.xml" Id="R73914ce3e16440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8c82c4311414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97ba9d4f0e04909" /><Relationship Type="http://schemas.openxmlformats.org/officeDocument/2006/relationships/slideLayout" Target="/ppt/slideLayouts/slideLayout2.xml" Id="R9699d04932b44e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9d04932b44e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10eb2e2a634999" /><Relationship Type="http://schemas.openxmlformats.org/officeDocument/2006/relationships/notesSlide" Target="/ppt/notesSlides/notesSlide1.xml" Id="R0e402531e8af4f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7dfb88c4e54302" /><Relationship Type="http://schemas.openxmlformats.org/officeDocument/2006/relationships/notesSlide" Target="/ppt/notesSlides/notesSlide2.xml" Id="Re6ec8f367b8443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22c8d124d437d" /><Relationship Type="http://schemas.openxmlformats.org/officeDocument/2006/relationships/notesSlide" Target="/ppt/notesSlides/notesSlide3.xml" Id="Rcf36c8a1275741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ddc3c1e7804a15" /><Relationship Type="http://schemas.openxmlformats.org/officeDocument/2006/relationships/notesSlide" Target="/ppt/notesSlides/notesSlide4.xml" Id="R487a27c85d6445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3aeea2a184bf1" /><Relationship Type="http://schemas.openxmlformats.org/officeDocument/2006/relationships/notesSlide" Target="/ppt/notesSlides/notesSlide5.xml" Id="Rad1961efa9594d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1711381f7a419f" /><Relationship Type="http://schemas.openxmlformats.org/officeDocument/2006/relationships/notesSlide" Target="/ppt/notesSlides/notesSlide6.xml" Id="Rcb352d0484874c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54dc01ea8a4688" /><Relationship Type="http://schemas.openxmlformats.org/officeDocument/2006/relationships/notesSlide" Target="/ppt/notesSlides/notesSlide7.xml" Id="R8e14e107016e4e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f2d1463f584c5c" /><Relationship Type="http://schemas.openxmlformats.org/officeDocument/2006/relationships/notesSlide" Target="/ppt/notesSlides/notesSlide8.xml" Id="Racfb5740448f46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2de46b071a4040" /><Relationship Type="http://schemas.openxmlformats.org/officeDocument/2006/relationships/notesSlide" Target="/ppt/notesSlides/notesSlide9.xml" Id="R7277166a0f0644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924f129c69486e" /><Relationship Type="http://schemas.openxmlformats.org/officeDocument/2006/relationships/notesSlide" Target="/ppt/notesSlides/notesSlide10.xml" Id="Raaa8d59d904948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dc27bdb8dc40c3" /><Relationship Type="http://schemas.openxmlformats.org/officeDocument/2006/relationships/notesSlide" Target="/ppt/notesSlides/notesSlide11.xml" Id="Rbffa7ed6a96543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5257bc0a74450a" /><Relationship Type="http://schemas.openxmlformats.org/officeDocument/2006/relationships/notesSlide" Target="/ppt/notesSlides/notesSlide12.xml" Id="R001a6b917d904f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028ff2668f46ee" /><Relationship Type="http://schemas.openxmlformats.org/officeDocument/2006/relationships/notesSlide" Target="/ppt/notesSlides/notesSlide13.xml" Id="R26c71267c17c4b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ca62957b44fe3" /><Relationship Type="http://schemas.openxmlformats.org/officeDocument/2006/relationships/notesSlide" Target="/ppt/notesSlides/notesSlide14.xml" Id="R6a3f917f13824f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37b9dd9eea4349" /><Relationship Type="http://schemas.openxmlformats.org/officeDocument/2006/relationships/notesSlide" Target="/ppt/notesSlides/notesSlide15.xml" Id="Re6754c19b7c647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B1BC2-DA30-4460-B574-D0FD2B3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ISEP - CATCH-UP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EFA23-C92F-4B7F-969D-EBA7B41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096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FastAPI Todo: tests and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227F3-4CBC-452C-87EB-3EF4EBED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student project focused on manual tests, automated tests, BDD/TDD, UI testing and GitHub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6F01A-DB1E-4986-AEFC-625312B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953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E53C5-9501-4E38-A017-78EDD16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90625"/>
            <a:ext cx="104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D6790-9DD2-4D06-8D6F-7EE7EDDB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66549-B787-4458-A1EA-FD9E3549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95%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A1787-C886-4498-B20E-DBA8A928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718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app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4FD61-8D04-4F79-8612-7A338733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6946E-6F9C-49A9-B385-87A24CA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3085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C3ADB-7FA4-429B-811B-3B28355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PROJECT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FF0B7-1DC3-44D6-B4AE-2DCCADBA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 chose a small app so I could test it properly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4D3B6-342C-413D-A4EA-0E3F523A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79B94-C761-4520-84CC-470D099F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project: lymanny/FastAPI-CRUD-Todo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8D44D-0176-4792-910D-0C135C6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7B304-995C-444C-8B9B-5FFCC23A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Backend API with FastAPI and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EDE51-ACCB-46FE-B3B7-E0D0E06F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8555C-BD2A-4163-8711-B894908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Simple enough to explain during the defense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1DE09-F26E-4825-9D56-3F773198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0C173-302E-4B84-8EC2-4994B5D4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Enough behavior to cover CRUD, validation, UI and CI/CD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D1974-CDCF-4A14-974E-C8FCECBA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A6D82-CC36-4C56-951F-99106DE4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6633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AAF2F-6345-40EF-870F-C6F13D26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F1C05-CEB3-440C-8FE6-0142F882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Main features of the Todo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83DEA-1106-43E7-8B5F-EA7352C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AC195-A0A2-4F9D-A3FE-65C57B58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7A681-2CB6-4CAA-AF4F-69C1EC7D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Add a todo with title, description and status.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CDDDE-590F-47D7-84D0-5D467041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D8376-B4F1-40E3-877A-AB005F22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59C26-FDC7-42DB-B847-64B7FA2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List todos or read one todo by 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05922-A01A-455A-B674-60F975C0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DB727-6DC1-430C-8C97-AE7F17E5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9CB15-D50D-46DA-A363-DF2211CC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Change the title, description or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86A58-1544-464D-9741-3EC85BBC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CD35C-BF16-4C27-B9FB-F8AEA334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B0388-3B95-438B-ABC2-42BA31CE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Remove a todo and check it is gone.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CC97C-DFBE-41A6-9B4D-C203443F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0ACC5-3D42-4CC8-8F1C-1E574D0E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C81EB-4159-481D-8547-6983FCBC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Filter todos by status.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8C2F7-72E6-477B-A6D2-4DBA911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CFAA3-8CF6-45DA-9507-96EDC1B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1BC22-8A6C-4CF0-95FB-E165F7BD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Count all todos or only one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BA8FE-689F-4E07-854F-2FE179D0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ACE95-72BC-494A-BF7C-DB76957E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7414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AEF0CD-5945-4B64-9CD4-49DB02B2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41973-62B3-4453-A439-3FAF91B5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What I changed compared to the base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01024-4070-4FEB-9C4A-FCDF2E4A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8FAE2-5922-47F7-AC5C-AD1B07A2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Added a small HTML frontend for the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724AE-6A08-467C-9A45-A6C08E9A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AC431-744A-4327-882B-6A7E20D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Added validation for empty titles and invalid statuses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064D0-FBCF-4496-A05A-DB0961E2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C933E-0655-4EEA-A752-3DB944DB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Added /todos/count and status filtering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70715-D6C2-41BF-B4E6-D4F1051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F2D7B-D1E9-44B4-8563-2D855FF1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Added automated tests, coverage and GitHub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7AE1F-2788-4314-BFF2-8FD1E66C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59D64-6E7B-4533-82B4-159CFFC3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1531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C8505-7F66-4ED9-A66F-E0D4ED3E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MANUAL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12A15-461D-4EE9-AABB-51F8C692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 started with a manual test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A919F-ACD1-4B91-BCE3-9B0798A6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4515D-388B-4E10-B1F7-75898FED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25 manual test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360F5-03AA-4643-9EA4-506B46F7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D2802-3260-4974-A4B1-488FBA39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Each case has an ID, priority, preconditions, steps and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136E0-B7A4-4BE1-8154-BF2EC67A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06A25-2042-4946-8A00-A17135B3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Covered CRUD, validation errors, API health and frontend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6FA32-EBA1-4675-AC38-62FAAEB6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713A7-4C12-4EF1-B56A-CF762599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manual plan helped me decide what to automate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791DE-33BB-431E-B2AD-3F2714E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58363-DF34-4B57-A6C6-DA7F01B3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2375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488D77-583F-4744-9452-50887131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78114-53AC-47A0-9357-B18B4B45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Test types used in the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0B305-0447-4EA3-B103-65E0F5E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AFF38-22D8-491C-9014-018314C9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API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02C9F-35EC-4526-86A7-767CAE9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pytest + FastAPI TestClient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6AB17-29CF-4072-8523-9AB292A3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08785-B17F-4B7C-9245-142CDF78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67CFC-6A64-4C5F-B489-DE36694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Readable Given / When / Then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77B1B-B961-4CB0-9C80-E035AB37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59AD8-5C2D-4122-A5BD-CA00B920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TDD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89145-46BF-4C1A-8E6C-9E3BDA2F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 features developed test-first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EA29C-DFC3-41E8-A514-5DF2CDE9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95CA9-EE01-40F3-A7D1-1FBE82E3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UI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950E3-5FB4-44EE-BA7C-823B46F8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Playwright browser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9BE69-862D-43AB-8D28-2CE62E9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65ECA-2F59-445C-A63C-EF9B5829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Bug fixes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1F688-DD86-4A03-8DCC-C9A90E00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Regression checks for bugs I fixed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13E75-E4B4-4A5F-B8E8-25EC6BD2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71CD8-0B1A-438B-B3E8-9E82EAA9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354AF-B959-40BB-B7E5-4C307088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pytest-cov on application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8144C-27D2-44EE-94BE-B49A5454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55D56-74E5-4AE8-AC5D-79CBB2D7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0356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703C97-9BFE-4982-9819-9EC42A09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TDD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6B23B-0FA1-4E47-BA03-89B8AE22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Three features were built with Red -&gt; Green -&gt; Refactor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51C64-6B8B-47D0-9A74-9AB1F9D1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6F6B0-63D4-43A4-9662-ADFEE79D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914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70E5F-24F5-46F2-84D7-B700561A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D1A32-03AC-462E-8E98-FE15930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Empty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AE86B-5A55-45DA-BCFE-71B562EF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Reject title: ""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60422-5512-49A5-8477-2668CE2A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76500"/>
            <a:ext cx="914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41950-5E00-405E-B35B-76CF372E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860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8FCD-6494-4A49-BB12-56F3454A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Status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50C9D-AD75-42BE-8890-EB4CF98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9575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GET /todos/?status=pending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9311A-0BC0-4875-AF17-FEEB8FD1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914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9050">
            <a:solidFill>
              <a:srgbClr val="EA58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03543-E17B-483F-980F-E0259703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E1810-C747-44D4-84E6-59A6273F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Count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753BF-E550-4A5B-A788-2C4B270D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GET /todos/count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6A367-BCE3-4C5B-B6E0-2DAFD4F3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76500"/>
            <a:ext cx="914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0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F6F32-3FA1-4367-93F5-9731E1D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860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A2F1C-0C1C-469E-B2E1-CB9ECE0F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Refactor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5BA9D-DB86-421D-B924-2AA98710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Cleaner validation and route 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64A30-E6BE-4920-ABEC-2FB19E60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914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EFB23-EB62-4476-8D43-71DA9E64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9D7AA-917E-4EA0-9E0F-971C215C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Tests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08F12-E9CB-4C66-BA9B-231933D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 is protected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42DC0-F3F6-4565-B3F6-6040E036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26D61-90AD-49FF-A569-64A0201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9914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BB61C7-5276-4390-B579-9E847F5B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BDD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319B8-353D-4B4E-82F1-4591AA1A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BDD makes the expected behavior readable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9D6EA-6ECF-4EF8-9F32-E76983D2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DB41C-3953-41DC-9040-AC220FDA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File: tests/features/todo.feature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901B4-8931-49C5-B27F-CB7A9CB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92702-6592-4ED9-B5D3-29D54D32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Scenarios are written with Given / When / Then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FFDE4-E58D-4A5F-963C-BEDBA9C3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93A68-D783-4125-8CD6-890F1B7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Examples: create a todo, reject empty title, read list, delete todo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E1460-282D-42B2-9C53-E54A9F39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C2428-1DD4-4F03-8855-40EF075D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Useful because the scenario is understandable without reading Python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5BFEE-F189-4387-9CD1-81FCBB6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13C93-B4B3-4567-AE68-83631815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3146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D038D-B1F5-43C3-B1BD-EB7D371A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UI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2EA2D-917B-45BF-B3A2-B7FFAF99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Playwright test follows a real user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3977A-7F78-4AF5-819F-48D5292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4903C-9000-4F95-986A-5050D299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Open the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D761E-9876-4FA2-B0DE-55D1928F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650E5-74F9-4C27-84DA-1B6DCE3D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a todo from the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7D8DD-C182-4F46-B20B-3639C150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810DD-EF2F-4DFA-A8BC-1B558909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Mark it as 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61E25-9FEB-4EEE-B80C-E19171F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59175-8D87-412C-8DC1-89E6DD1D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Delete it and check that it disappears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D0A67-FEFE-4E26-AFD6-0D36C15C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AFA29-4DF3-4369-B8DC-415819DB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8762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32DCB-D278-46CA-AFA1-BF33154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41E33-B05B-4DC5-AF4D-3385AEDC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GitHub Actions checks the project after a push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B2B29-15CB-46F3-AF7C-1C122C23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FFE3F-928A-4B00-A086-5FCC7DE8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Runs on push, pull request, schedule and manual trigger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44FAF-9B49-4D18-A15A-4F893082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EE657-489B-4F5E-9AEE-37268EDB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Installs Python, dependencies and Playwright Chromium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663B7-3C24-4D26-AF21-8B926CF3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EF021-2338-4D60-9E14-EA7BE5E0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Runs API tests with coverage and UI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9478F-94BB-427E-88A6-5A26DB3F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856ED-58DC-4AD0-8E6C-7BB711E7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Uploads coverage and test result artifacts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06566-0DC3-4F1A-BBEE-CA117F48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E83DD-65A3-4971-B8EA-9B407C7F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8122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0C076-DAB4-4828-BF8D-0E8A1CE6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7353D-5726-4DE5-9661-988A2A8D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Current project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C6575-D8A7-45E6-9C3D-3F588367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C088F-53E8-4451-B2C1-2AA919B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AC557-7910-40E2-9A8B-FDA2C774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683AF-8A4C-4129-B982-6B210F0F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335B4-AFE5-423D-B6F1-49564B5C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95%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BDD3B-F5C5-46CB-B11B-189354C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application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5903D-498B-4CB4-955A-C0E5BE66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5D5C1-650F-458B-A36E-68FE96FE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66BAE-F794-4899-8791-875D31F8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failing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7C3B0-10F4-4E5A-9E19-E3765FD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Coverage is measured on the application code, not on the test files.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7D911-E9E7-41AB-BD31-F6B7176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7F7E2-F3E7-496D-8012-09CAFE0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7795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A9F746-2219-4DF3-A8E1-2E020594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BUGS FIXED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EF96C-B89C-42F4-A417-8D1706A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Defects found during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02AE7-3256-4027-BDF1-7468973E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C8B62-4BB7-47D1-8CB7-FD87C5C7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201 Created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69427-F497-4BF5-BF4D-463E8397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 /todos/ returned 200 before.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EB291-14DB-4167-8BAF-D4863CA0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04ABC-B3B9-49DB-9413-FB329B40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Empty title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42BEA-4F9B-428D-98CD-3A33E348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API accepted empty titles.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9A324-E1CB-420D-93DD-66B20F68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07C85-28DB-4F0F-B37C-6A4997EA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Invalid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A0993-A0DA-4127-9166-D6671041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Values like 123 were accepted.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A85E1-FB00-40D6-A830-14D6E03A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95479-83A1-47F8-B000-ADD3FFC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Update title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2296A-65A8-4D14-B98E-37061C1B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todo title could be emptied.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9D4AA-83EC-404C-90E0-26C1ACFA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20FD8-D1EF-4AD3-9CF4-8E34EC78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Legacy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00297-0177-4C0F-B6CB-34BB8984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Old invalid statuses are normalized.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C6F98-9D82-49A9-AB4F-299E336F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81375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75FC1-660D-4B4B-8708-6BF6BFC6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71875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Regression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4E788-625D-4A7C-B10B-5489740E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338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Fixed bugs are now tested.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F75CB-7942-40CB-81A2-A6ABD3E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31F2C-EF33-4157-B245-8DAB1850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3097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3F658-C301-40CC-B1E9-846FB307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2F34D-8EA5-48E9-B38B-78D0E327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Demo path I can show during the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8038D-A58A-4AAB-AC26-A3065139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59565-B1D2-4B58-B62D-FAFA9DEF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621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Open the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3000A-E5DF-4BA2-86F0-6616C384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37FD9-8AF5-4876-B6DC-30ADA96B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a todo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42CDA-78CD-4874-AB35-1B16BB30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02D12-A9D9-4129-B53B-033775EB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Mark it as 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3F319-F8F4-4877-B01C-9E745C0D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337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94002-95CC-4357-84CB-BFA3E325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77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Delete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FFD51-B141-4ABC-A25F-1D9910FC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0E88C-E6A2-4BAC-9D1A-5322898A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243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 pytest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2B7B0-A031-4F74-AC63-767A9B27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11A64-A45B-4848-8AD4-683BFE06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1487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Show GitHub Actions +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C8447-3715-4455-835E-4F0692B0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F7A05-2FA7-48F9-B5C8-8508D5E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2237C-B241-407C-9BBD-B1EFCEFB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9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pytest tests/ -v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6E7F2-C359-459C-BB15-70073A8A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BF7D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BF7D0"/>
                </a:solidFill>
                <a:latin typeface="Aptos"/>
                <a:ea typeface="Aptos"/>
                <a:cs typeface="Aptos"/>
              </a:rPr>
              <a:t>Expected: 31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3D236-BEDB-4093-9BD2-35107DA3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1FC39-FF06-46E0-9277-00CF27F5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366200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029CE-E204-490A-9F7D-239AD38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LESSONS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1506D-BA5B-4E08-8BC9-9B07DE0A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What I learned from this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E087B-A2BE-49A0-9F02-487A7D1C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61902-1928-42ED-A68F-4C776A9B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 clean test database makes tests much easier to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D1C6F-7540-400A-BE9C-2E1D88D9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FEF39-398E-4A7A-B541-589D09DA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BDD is useful to explain tests in normal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55580-11D9-4358-9564-6350807F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F8AFD-FDF4-4F3E-9FB4-323C60F4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UI tests are useful, but they should stay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C1F59-26A8-4C69-A6EB-0256CCDC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548E8-C7A7-40E6-BDA5-BB4411D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CI/CD helps prove that the project still works after a push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43A1B-5B48-4EF3-861C-24C77CE5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5E9D1-139C-41A9-939F-E7816C4A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7243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127D1-8357-4B1D-899E-D565A25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2FDD6-8920-4C6A-9282-4F3EB26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Small project, complete testing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6051-CD86-4EB2-AC95-1D55F1C9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Manual tests, API automation, BDD, TDD, UI testing, CI/CD and coverage are all present. The app stays simple, but the testing strategy is complete enough for the course.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9E0DD-BF62-4CC7-B130-71B5514C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II.3525 - Tests &amp; Tests Automation | Enzo DEPRE - ISEP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4B130-A0C1-4113-8F2D-29AA508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97818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2026-05-29T15:15:22.4340000Z</dcterms:created>
  <dcterms:modified xsi:type="dcterms:W3CDTF">2026-05-29T15:15:22.4340000Z</dcterms:modified>
</coreProperties>
</file>